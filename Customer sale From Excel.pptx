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Sales Trend by Period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Vs Net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Average Discount  by Promotion Categoery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azureMap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Top 5 Product By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Bottom 5  Product By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Product By Quantity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Bottom 5 Product By Quantity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Product By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Bottom 5 Product By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Quantity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Quantity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Quantity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82410478-6d15-4ed7-acce-cc8cb6c19d89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41f35126b99402c" /><Relationship Type="http://schemas.openxmlformats.org/officeDocument/2006/relationships/slideLayout" Target="/ppt/slideLayouts/slideLayout8.xml" Id="R5791174d518142d5" /><Relationship Type="http://schemas.openxmlformats.org/officeDocument/2006/relationships/hyperlink" Target="https://app.powerbi.com/groups/me/reports/82410478-6d15-4ed7-acce-cc8cb6c19d89/?pbi_source=PowerPoint" TargetMode="External" Id="RelId0" /><Relationship Type="http://schemas.openxmlformats.org/officeDocument/2006/relationships/image" Target="/ppt/media/image4.png" Id="imgId175202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ee74c1bc475342f9" /><Relationship Type="http://schemas.openxmlformats.org/officeDocument/2006/relationships/slideLayout" Target="/ppt/slideLayouts/slideLayout8.xml" Id="Rec67e545581649b9" /><Relationship Type="http://schemas.openxmlformats.org/officeDocument/2006/relationships/hyperlink" Target="https://app.powerbi.com/groups/me/reports/82410478-6d15-4ed7-acce-cc8cb6c19d89/?pbi_source=PowerPoint" TargetMode="External" Id="RelId1" /><Relationship Type="http://schemas.openxmlformats.org/officeDocument/2006/relationships/image" Target="/ppt/media/image5.png" Id="imgId1752028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304f123e81ac4b40" /><Relationship Type="http://schemas.openxmlformats.org/officeDocument/2006/relationships/slideLayout" Target="/ppt/slideLayouts/slideLayout8.xml" Id="R17a14d2b268944b4" /><Relationship Type="http://schemas.openxmlformats.org/officeDocument/2006/relationships/hyperlink" Target="https://app.powerbi.com/groups/me/reports/82410478-6d15-4ed7-acce-cc8cb6c19d89/?pbi_source=PowerPoint" TargetMode="External" Id="RelId2" /><Relationship Type="http://schemas.openxmlformats.org/officeDocument/2006/relationships/image" Target="/ppt/media/image6.png" Id="imgId1752028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4703f45fa9474d88" /><Relationship Type="http://schemas.openxmlformats.org/officeDocument/2006/relationships/slideLayout" Target="/ppt/slideLayouts/slideLayout8.xml" Id="R036094d4aa8247d4" /><Relationship Type="http://schemas.openxmlformats.org/officeDocument/2006/relationships/hyperlink" Target="https://app.powerbi.com/groups/me/reports/82410478-6d15-4ed7-acce-cc8cb6c19d89/?pbi_source=PowerPoint" TargetMode="External" Id="RelId3" /><Relationship Type="http://schemas.openxmlformats.org/officeDocument/2006/relationships/image" Target="/ppt/media/image7.png" Id="imgId1752028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f26d1aa7606d4323" /><Relationship Type="http://schemas.openxmlformats.org/officeDocument/2006/relationships/slideLayout" Target="/ppt/slideLayouts/slideLayout8.xml" Id="R0ef8a285257d40a7" /><Relationship Type="http://schemas.openxmlformats.org/officeDocument/2006/relationships/hyperlink" Target="https://app.powerbi.com/groups/me/reports/82410478-6d15-4ed7-acce-cc8cb6c19d89/?pbi_source=PowerPoint" TargetMode="External" Id="RelId4" /><Relationship Type="http://schemas.openxmlformats.org/officeDocument/2006/relationships/image" Target="/ppt/media/image8.png" Id="imgId17520285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Customer sale From Excel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12/26/2025 3:41:30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12/26/2025 3:40:37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es Trend by Period ,Profit Vs Net Sales ,Average Discount  by Promotion Categoery ,azureMap ,card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7520285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p 5 Product By Sales ,Bottom 5  Product By Sales ,Top 5 Product By Quantity ,Bottom 5 Product By Quantity ,Top 5 Product By Profit ,Bottom 5 Product By Profit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7520285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 5 / Bottom 5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licer ,Total Profit ,Total Sales ,Total Quantity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752028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Comparision for Sale/Profit/Quantity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slicer ,Total Sales ,Total Profit ,Total Quantity ,Total Sales ,Total Quantity ,Total Profit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752028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 Interaction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ableEx ,slicer ,slicer ,slicer ,slicer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752028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Visual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